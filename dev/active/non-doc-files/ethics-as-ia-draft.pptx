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800" kern="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ETHICS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spc="300" kern="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Christian Crumlish  ·  IAC26  ·  April 17,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spc="400" kern="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AFTERTHOUGHT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bolted on at the end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guardrails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 the edge of the cliff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road that doesn't go there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spc="800" kern="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possibility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You've known this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years.</a:t>
            </a:r>
            <a:endParaRPr lang="en-US" sz="5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600" kern="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INHABITED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with new kinds of inhabitants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0" kern="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after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boundary enforcement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1828800" cy="1097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56032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108960" y="2011680"/>
            <a:ext cx="2194560" cy="10972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3108960" y="201168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Layer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30352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852160" y="2011680"/>
            <a:ext cx="1828800" cy="1097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0" name="Text 8"/>
          <p:cNvSpPr/>
          <p:nvPr/>
        </p:nvSpPr>
        <p:spPr>
          <a:xfrm>
            <a:off x="5852160" y="201168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680960" y="24688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8229600" y="2011680"/>
            <a:ext cx="457200" cy="109728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constraints check requests before AI ever sees them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spc="600" kern="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HIERARCHY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resolves conflicts in advance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some decisions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 human action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proceed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because of policy — because of structure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80.3%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accuracy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zero content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1A1F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as architectural choice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spc="800" kern="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CHOICE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compromise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0" kern="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NEEDED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0" y="384048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skills, this domain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cede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territory.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domain is new. The stakes are higher.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But the skills are yours.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through policy.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Through structure.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8F7F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already know how to do this.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A1F3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Christian Crumlish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mediajunkie.com  ·  @mediajunkie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pipermorgan.ai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as Information Architecture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Ethics as Information Architecture</dc:title>
  <dc:subject>IAC26 Conference Talk</dc:subject>
  <dc:creator>Christian Crumlish</dc:creator>
  <cp:lastModifiedBy>Christian Crumlish</cp:lastModifiedBy>
  <cp:revision>1</cp:revision>
  <dcterms:created xsi:type="dcterms:W3CDTF">2026-03-15T15:47:35Z</dcterms:created>
  <dcterms:modified xsi:type="dcterms:W3CDTF">2026-03-15T15:47:35Z</dcterms:modified>
</cp:coreProperties>
</file>