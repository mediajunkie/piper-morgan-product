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Straw model / skeleton deck, built from the outline in the repo (deliverables/2026-08-21/pitch-deck-outline-v2.md). For review and comment, not final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~20 sec. BLUF for a room that will not read past slide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~40 sec. Not hypothetical.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~45 sec. Likely the anchor slide -- Virginia's own number, not an outside claim. AI-urgency material (exploit timelines collapsing while OT patch cycles stay in months) folds in here as the supporting 'why now' line, not its own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~45 sec. Existence proof for Ask Part 1. Visual: simplified jurisdiction tiering (needs a redraw from Nick's full spreadsheet -- too dense as-is).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~30 sec. Shortened since slide 4 already carried the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~45 sec. The strongest, most actionable ask in the deck -- per Roby's Aug 14 language, this should land as a direct recommendation, not a hedge.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~30 sec. Nick's Sunday deliverable. Shows the ask is operationalizable, not just aspirational -- Roby's brief specifically asked the pitch to use the outputs as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~30 sec. Still correctly 'pose, don't prescribe' -- this one needs new authority or legislation, unlike Part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~30 sec. Pre-empts the 'what does this cost us' objection before it's asked.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~25 sec, close. NEEDS XIAN/TEAM JUDGMENT -- the specific 'ask for the room' is a political call, not something to fill in blind.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Virginia OT Security: Certify What We Have, Fund What We Allow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Aspen Policy Academy — Virginia Alumni Team | DRAFT SKELETON, not final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The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Certify state-owned OT under Virginia's own existing standard.</a:t>
            </a:r>
          </a:p>
          <a:p>
            <a:pPr/>
            <a:r>
              <a:t>Redirect grant money Virginia already has toward OT specifically.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This Is Happening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Minnesota water campaign: 30+ systems, and spreading.</a:t>
            </a:r>
          </a:p>
          <a:p>
            <a:pPr/>
            <a:r>
              <a:t>Virginia's own VDH advisory, issued July 29, 2026.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The Number That Should Bother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Federal grant guidance explicitly permits OT spending.</a:t>
            </a:r>
          </a:p>
          <a:p>
            <a:pPr/>
            <a:r>
              <a:t>Virginia has spent: 100% IT  /  0% OT.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Virginia Already Built Half the Fix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VDOT certifies connected OT field devices against VITA's own standard --</a:t>
            </a:r>
          </a:p>
          <a:p>
            <a:pPr/>
            <a:r>
              <a:t>in production, today.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The Ask, Part 1: Certify State 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Direct state agencies to bring OT under the same certification VDOT already uses.</a:t>
            </a:r>
          </a:p>
          <a:p>
            <a:pPr/>
            <a:r>
              <a:t>No new authority needed.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The Ask, Part 2: Redirect the Money You Already Have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Prioritize OT within existing SLCGP funding.</a:t>
            </a:r>
          </a:p>
          <a:p>
            <a:pPr/>
            <a:r>
              <a:t>No new authority, no new legislation, no new money required to start.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The How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 tiered playbook: Cadillac / Ford / Pinto.</a:t>
            </a:r>
          </a:p>
          <a:p>
            <a:pPr/>
            <a:r>
              <a:t>Built from the committee's own existing IT spending categories.</a:t>
            </a:r>
          </a:p>
          <a:p>
            <a:pPr/>
            <a:r>
              <a:t>Rural / low-capacity locality prioritization built in.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The Harder Question: Private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Risk concentrates in private critical infrastructure Virginia can't reach today.</a:t>
            </a:r>
          </a:p>
          <a:p>
            <a:pPr/>
            <a:r>
              <a:t>We're naming the gap, not prescribing the fix.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Why This Is Low-Risk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Extension, not invention.</a:t>
            </a:r>
          </a:p>
          <a:p>
            <a:pPr/>
            <a:r>
              <a:t>Budget-neutral at the core -- Part 2 redirects dollars already flowing.</a:t>
            </a:r>
          </a:p>
          <a:p>
            <a:pPr/>
            <a:r>
              <a:t>Federal funds already cover the capital-heavy pieces.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What Happens Next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Implementation sequence, compressed to one line. [TBD]</a:t>
            </a:r>
          </a:p>
          <a:p>
            <a:pPr/>
            <a:r>
              <a:t>The decision we're asking this room to make today: [TBD]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